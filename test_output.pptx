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elaborate on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Welcome to Our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</a:defRPr>
            </a:pPr>
            <a:r>
              <a:t>A Comprehensive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First important point</a:t>
            </a:r>
          </a:p>
          <a:p>
            <a:pPr lvl="1">
              <a:defRPr sz="1800">
                <a:solidFill>
                  <a:srgbClr val="1A1A1A"/>
                </a:solidFill>
              </a:defRPr>
            </a:pPr>
            <a:r>
              <a:t>Supporting detail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Second important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